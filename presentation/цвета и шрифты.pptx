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3A30"/>
    <a:srgbClr val="2F2F2F"/>
    <a:srgbClr val="F2F5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03430-C5B1-4921-8201-A0105B63649B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9547-E739-4B93-8D00-7112D0022F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1469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03430-C5B1-4921-8201-A0105B63649B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9547-E739-4B93-8D00-7112D0022F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0980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03430-C5B1-4921-8201-A0105B63649B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9547-E739-4B93-8D00-7112D0022F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4606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03430-C5B1-4921-8201-A0105B63649B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9547-E739-4B93-8D00-7112D0022F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5118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03430-C5B1-4921-8201-A0105B63649B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9547-E739-4B93-8D00-7112D0022F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0034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03430-C5B1-4921-8201-A0105B63649B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9547-E739-4B93-8D00-7112D0022F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0225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03430-C5B1-4921-8201-A0105B63649B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9547-E739-4B93-8D00-7112D0022F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4170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03430-C5B1-4921-8201-A0105B63649B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9547-E739-4B93-8D00-7112D0022F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3949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03430-C5B1-4921-8201-A0105B63649B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9547-E739-4B93-8D00-7112D0022F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4523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03430-C5B1-4921-8201-A0105B63649B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9547-E739-4B93-8D00-7112D0022F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7068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03430-C5B1-4921-8201-A0105B63649B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9547-E739-4B93-8D00-7112D0022F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3606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C03430-C5B1-4921-8201-A0105B63649B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669547-E739-4B93-8D00-7112D0022F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4459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87120" y="1838960"/>
            <a:ext cx="10241280" cy="1650682"/>
          </a:xfrm>
        </p:spPr>
        <p:txBody>
          <a:bodyPr>
            <a:normAutofit/>
          </a:bodyPr>
          <a:lstStyle/>
          <a:p>
            <a:r>
              <a:rPr lang="ru-RU" sz="8000" b="1" dirty="0" smtClean="0">
                <a:solidFill>
                  <a:srgbClr val="2F2F2F"/>
                </a:solidFill>
                <a:latin typeface="Montserrat" pitchFamily="2" charset="-52"/>
              </a:rPr>
              <a:t>Цвета и шрифты</a:t>
            </a:r>
            <a:endParaRPr lang="ru-RU" sz="8000" b="1" dirty="0">
              <a:solidFill>
                <a:srgbClr val="2F2F2F"/>
              </a:solidFill>
              <a:latin typeface="Montserrat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830829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/>
          <p:cNvGrpSpPr/>
          <p:nvPr/>
        </p:nvGrpSpPr>
        <p:grpSpPr>
          <a:xfrm>
            <a:off x="1198693" y="798466"/>
            <a:ext cx="9775039" cy="5161194"/>
            <a:chOff x="527574" y="899134"/>
            <a:chExt cx="9775039" cy="5161194"/>
          </a:xfrm>
        </p:grpSpPr>
        <p:pic>
          <p:nvPicPr>
            <p:cNvPr id="4" name="Рисунок 3"/>
            <p:cNvPicPr>
              <a:picLocks noChangeAspect="1"/>
            </p:cNvPicPr>
            <p:nvPr/>
          </p:nvPicPr>
          <p:blipFill rotWithShape="1">
            <a:blip r:embed="rId2"/>
            <a:srcRect t="3230"/>
            <a:stretch/>
          </p:blipFill>
          <p:spPr>
            <a:xfrm>
              <a:off x="2466363" y="899134"/>
              <a:ext cx="7836250" cy="5161194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</p:pic>
        <p:pic>
          <p:nvPicPr>
            <p:cNvPr id="2" name="Рисунок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7574" y="899134"/>
              <a:ext cx="1938789" cy="5161194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54678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87680" y="2098060"/>
            <a:ext cx="4866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latin typeface="Acherus Feral Bold" pitchFamily="2" charset="0"/>
              </a:rPr>
              <a:t>708</a:t>
            </a:r>
            <a:r>
              <a:rPr lang="en-US" sz="2800" dirty="0" smtClean="0">
                <a:latin typeface="Acherus Feral Bold" pitchFamily="2" charset="0"/>
              </a:rPr>
              <a:t>b9b – </a:t>
            </a:r>
            <a:r>
              <a:rPr lang="ru-RU" sz="2800" dirty="0" smtClean="0">
                <a:latin typeface="Acherus Feral Bold" pitchFamily="2" charset="0"/>
              </a:rPr>
              <a:t>ссылки, иконки</a:t>
            </a:r>
            <a:endParaRPr lang="ru-RU" sz="2800" dirty="0">
              <a:latin typeface="Acherus Feral Bold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7680" y="528320"/>
            <a:ext cx="3119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cherus Feral Bold" pitchFamily="2" charset="0"/>
              </a:rPr>
              <a:t>f</a:t>
            </a:r>
            <a:r>
              <a:rPr lang="en-US" sz="2800" dirty="0" smtClean="0">
                <a:latin typeface="Acherus Feral Bold" pitchFamily="2" charset="0"/>
              </a:rPr>
              <a:t>2f5f1 – </a:t>
            </a:r>
            <a:r>
              <a:rPr lang="ru-RU" sz="2800" dirty="0" smtClean="0">
                <a:latin typeface="Acherus Feral Bold" pitchFamily="2" charset="0"/>
              </a:rPr>
              <a:t>на фон</a:t>
            </a:r>
            <a:endParaRPr lang="ru-RU" sz="2800" dirty="0">
              <a:latin typeface="Acherus Feral Bold" pitchFamily="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7680" y="2882930"/>
            <a:ext cx="462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cherus Feral Bold" pitchFamily="2" charset="0"/>
              </a:rPr>
              <a:t>d</a:t>
            </a:r>
            <a:r>
              <a:rPr lang="en-US" sz="2800" dirty="0" smtClean="0">
                <a:latin typeface="Acherus Feral Bold" pitchFamily="2" charset="0"/>
              </a:rPr>
              <a:t>88c6f – </a:t>
            </a:r>
            <a:r>
              <a:rPr lang="ru-RU" sz="2800" dirty="0" smtClean="0">
                <a:latin typeface="Acherus Feral Bold" pitchFamily="2" charset="0"/>
              </a:rPr>
              <a:t>кнопка </a:t>
            </a:r>
            <a:r>
              <a:rPr lang="ru-RU" sz="2800" dirty="0" err="1" smtClean="0">
                <a:latin typeface="Acherus Feral Bold" pitchFamily="2" charset="0"/>
              </a:rPr>
              <a:t>доната</a:t>
            </a:r>
            <a:endParaRPr lang="ru-RU" sz="2800" dirty="0">
              <a:latin typeface="Acherus Feral Bold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7680" y="1313190"/>
            <a:ext cx="4917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latin typeface="Acherus Feral Bold" pitchFamily="2" charset="0"/>
              </a:rPr>
              <a:t>2</a:t>
            </a:r>
            <a:r>
              <a:rPr lang="en-US" sz="2800" dirty="0" smtClean="0">
                <a:latin typeface="Acherus Feral Bold" pitchFamily="2" charset="0"/>
              </a:rPr>
              <a:t>d3a30 – </a:t>
            </a:r>
            <a:r>
              <a:rPr lang="ru-RU" sz="2800" dirty="0" smtClean="0">
                <a:latin typeface="Acherus Feral Bold" pitchFamily="2" charset="0"/>
              </a:rPr>
              <a:t>на текст </a:t>
            </a:r>
            <a:endParaRPr lang="ru-RU" sz="2800" dirty="0">
              <a:latin typeface="Acherus Feral Bold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96069" y="3667800"/>
            <a:ext cx="462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 smtClean="0">
                <a:latin typeface="Acherus Feral Bold" pitchFamily="2" charset="0"/>
              </a:rPr>
              <a:t>2f2f2f – </a:t>
            </a:r>
            <a:r>
              <a:rPr lang="ru-RU" sz="2800" dirty="0" smtClean="0">
                <a:latin typeface="Acherus Feral Bold" pitchFamily="2" charset="0"/>
              </a:rPr>
              <a:t>вкладки</a:t>
            </a:r>
            <a:endParaRPr lang="ru-RU" sz="2800" dirty="0">
              <a:latin typeface="Acherus Feral 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8384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9784" y="629174"/>
            <a:ext cx="29277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Montserrat" pitchFamily="2" charset="-52"/>
              </a:rPr>
              <a:t>Montserrat </a:t>
            </a:r>
            <a:r>
              <a:rPr lang="en-US" b="1" dirty="0" smtClean="0">
                <a:latin typeface="Montserrat" pitchFamily="2" charset="-52"/>
              </a:rPr>
              <a:t>bold </a:t>
            </a:r>
          </a:p>
          <a:p>
            <a:r>
              <a:rPr lang="ru-RU" dirty="0" smtClean="0"/>
              <a:t/>
            </a:r>
            <a:br>
              <a:rPr lang="ru-RU" dirty="0" smtClean="0"/>
            </a:br>
            <a:r>
              <a:rPr lang="en-US" smtClean="0">
                <a:latin typeface="Montserrat SemiBold" pitchFamily="2" charset="-52"/>
              </a:rPr>
              <a:t>Montserrat </a:t>
            </a:r>
            <a:r>
              <a:rPr lang="en-US" dirty="0" err="1" smtClean="0">
                <a:latin typeface="Montserrat SemiBold" pitchFamily="2" charset="-52"/>
              </a:rPr>
              <a:t>semibold</a:t>
            </a:r>
            <a:endParaRPr lang="ru-RU" dirty="0">
              <a:latin typeface="Montserrat SemiBold" pitchFamily="2" charset="-5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060271" y="767673"/>
            <a:ext cx="4018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Логотип, названия животных,  заголовки блоков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469784" y="3164047"/>
            <a:ext cx="29277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Inter 24pt" panose="02000503000000020004" pitchFamily="2" charset="0"/>
                <a:ea typeface="Inter 24pt" panose="02000503000000020004" pitchFamily="2" charset="0"/>
              </a:rPr>
              <a:t>Inter</a:t>
            </a:r>
            <a:endParaRPr lang="ru-RU" sz="1600" dirty="0">
              <a:latin typeface="Inter 24pt" panose="02000503000000020004" pitchFamily="2" charset="0"/>
              <a:ea typeface="Inter 24pt" panose="02000503000000020004" pitchFamily="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60270" y="3040936"/>
            <a:ext cx="4018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Кнопка </a:t>
            </a:r>
            <a:r>
              <a:rPr lang="ru-RU" dirty="0" err="1" smtClean="0"/>
              <a:t>доната</a:t>
            </a:r>
            <a:r>
              <a:rPr lang="ru-RU" dirty="0" smtClean="0"/>
              <a:t>, текст в инфо, </a:t>
            </a:r>
          </a:p>
          <a:p>
            <a:r>
              <a:rPr lang="ru-RU" dirty="0" smtClean="0"/>
              <a:t>меню, подписи</a:t>
            </a:r>
          </a:p>
        </p:txBody>
      </p:sp>
    </p:spTree>
    <p:extLst>
      <p:ext uri="{BB962C8B-B14F-4D97-AF65-F5344CB8AC3E}">
        <p14:creationId xmlns:p14="http://schemas.microsoft.com/office/powerpoint/2010/main" val="2024182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/>
          <p:cNvSpPr/>
          <p:nvPr/>
        </p:nvSpPr>
        <p:spPr>
          <a:xfrm>
            <a:off x="1847960" y="291713"/>
            <a:ext cx="5400000" cy="5400000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9" name="Группа 18"/>
          <p:cNvGrpSpPr/>
          <p:nvPr/>
        </p:nvGrpSpPr>
        <p:grpSpPr>
          <a:xfrm>
            <a:off x="2768055" y="1526992"/>
            <a:ext cx="3559810" cy="2944998"/>
            <a:chOff x="971550" y="1609724"/>
            <a:chExt cx="3600000" cy="2944998"/>
          </a:xfrm>
        </p:grpSpPr>
        <p:cxnSp>
          <p:nvCxnSpPr>
            <p:cNvPr id="3" name="Прямая соединительная линия 2"/>
            <p:cNvCxnSpPr/>
            <p:nvPr/>
          </p:nvCxnSpPr>
          <p:spPr>
            <a:xfrm>
              <a:off x="971550" y="1609724"/>
              <a:ext cx="3600000" cy="0"/>
            </a:xfrm>
            <a:prstGeom prst="line">
              <a:avLst/>
            </a:prstGeom>
            <a:ln w="6350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7"/>
            <p:cNvCxnSpPr/>
            <p:nvPr/>
          </p:nvCxnSpPr>
          <p:spPr>
            <a:xfrm flipV="1">
              <a:off x="971550" y="3074445"/>
              <a:ext cx="3600000" cy="2857"/>
            </a:xfrm>
            <a:prstGeom prst="line">
              <a:avLst/>
            </a:prstGeom>
            <a:ln w="6350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8"/>
            <p:cNvCxnSpPr/>
            <p:nvPr/>
          </p:nvCxnSpPr>
          <p:spPr>
            <a:xfrm>
              <a:off x="971550" y="4554722"/>
              <a:ext cx="3600000" cy="0"/>
            </a:xfrm>
            <a:prstGeom prst="line">
              <a:avLst/>
            </a:prstGeom>
            <a:ln w="6350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31203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320" y="335560"/>
            <a:ext cx="9513118" cy="6342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05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78628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730</TotalTime>
  <Words>45</Words>
  <Application>Microsoft Office PowerPoint</Application>
  <PresentationFormat>Широкоэкранный</PresentationFormat>
  <Paragraphs>12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5" baseType="lpstr">
      <vt:lpstr>Acherus Feral Bold</vt:lpstr>
      <vt:lpstr>Arial</vt:lpstr>
      <vt:lpstr>Calibri</vt:lpstr>
      <vt:lpstr>Calibri Light</vt:lpstr>
      <vt:lpstr>Inter 24pt</vt:lpstr>
      <vt:lpstr>Montserrat</vt:lpstr>
      <vt:lpstr>Montserrat SemiBold</vt:lpstr>
      <vt:lpstr>Тема Office</vt:lpstr>
      <vt:lpstr>Цвета и шрифты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Цвета и шрифты</dc:title>
  <dc:creator>Максим Хван</dc:creator>
  <cp:lastModifiedBy>Максим Хван</cp:lastModifiedBy>
  <cp:revision>18</cp:revision>
  <dcterms:created xsi:type="dcterms:W3CDTF">2026-03-17T12:05:15Z</dcterms:created>
  <dcterms:modified xsi:type="dcterms:W3CDTF">2026-03-20T21:51:00Z</dcterms:modified>
</cp:coreProperties>
</file>